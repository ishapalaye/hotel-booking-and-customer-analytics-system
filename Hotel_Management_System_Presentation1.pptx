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9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5291" y="2511301"/>
            <a:ext cx="10501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and Customer Analytics System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196631" y="3843732"/>
            <a:ext cx="61736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• Customer •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4373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D3A87-B397-F718-09A7-FCECFA4590C0}"/>
              </a:ext>
            </a:extLst>
          </p:cNvPr>
          <p:cNvSpPr txBox="1"/>
          <p:nvPr/>
        </p:nvSpPr>
        <p:spPr>
          <a:xfrm>
            <a:off x="147534" y="1526809"/>
            <a:ext cx="113687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The Hotel Booking and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Analytics project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analyzes hotel booking and customer information to understand booking patterns, customer behavior, cancellation trends, hotel performance and pricing.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Project 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The main purpose of this project is to convert raw hotel booking data into useful business information</a:t>
            </a:r>
            <a:r>
              <a:rPr lang="en-US" sz="2800" dirty="0"/>
              <a:t>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05" y="-38408"/>
            <a:ext cx="12191695" cy="9601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807410-B038-5CE0-DA80-FE25B38CABA9}"/>
              </a:ext>
            </a:extLst>
          </p:cNvPr>
          <p:cNvSpPr txBox="1"/>
          <p:nvPr/>
        </p:nvSpPr>
        <p:spPr>
          <a:xfrm>
            <a:off x="548640" y="150829"/>
            <a:ext cx="6851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A7BB5D3-5D3C-FBDB-0B4A-89AFD85FC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435" y="1834279"/>
            <a:ext cx="1134044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real-world hotel booking data and business patterns.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Python, Pandas, and NumPy for data cleaning and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booking trends, cancellations, customers, room types, and ADR.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interactive dashboards using Tableau for better data visualization.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37971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80845" y="1676608"/>
            <a:ext cx="3021020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D48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>
              <a:defRPr sz="1800" b="1">
                <a:solidFill>
                  <a:srgbClr val="182D48"/>
                </a:solidFill>
              </a:defRPr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182D48"/>
                </a:solidFill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and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39" y="1599856"/>
            <a:ext cx="2704587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D48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>
              <a:defRPr sz="1800" b="1">
                <a:solidFill>
                  <a:srgbClr val="182D48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182D48"/>
                </a:solidFill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and statistical </a:t>
            </a:r>
          </a:p>
          <a:p>
            <a:pPr>
              <a:defRPr sz="1800" b="1">
                <a:solidFill>
                  <a:srgbClr val="182D48"/>
                </a:solidFill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33756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581912"/>
            <a:ext cx="3153427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D48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>
              <a:defRPr sz="1800" b="1">
                <a:solidFill>
                  <a:srgbClr val="182D48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182D48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transformation</a:t>
            </a:r>
          </a:p>
          <a:p>
            <a:pPr>
              <a:defRPr sz="1800" b="1">
                <a:solidFill>
                  <a:srgbClr val="182D48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merging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34840" y="3474720"/>
            <a:ext cx="3337560" cy="1600200"/>
          </a:xfrm>
          <a:prstGeom prst="roundRect">
            <a:avLst/>
          </a:prstGeom>
          <a:solidFill>
            <a:srgbClr val="F1F6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3639312"/>
            <a:ext cx="289053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D48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>
              <a:defRPr sz="1800" b="1">
                <a:solidFill>
                  <a:srgbClr val="182D48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 b="1">
                <a:solidFill>
                  <a:srgbClr val="182D48"/>
                </a:solidFill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and</a:t>
            </a:r>
          </a:p>
          <a:p>
            <a:pPr>
              <a:defRPr sz="1800" b="1">
                <a:solidFill>
                  <a:srgbClr val="182D48"/>
                </a:solidFill>
              </a:defRPr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5088" y="0"/>
            <a:ext cx="12191695" cy="9601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5EE38-23EF-4C7F-79CE-BF232F3463A8}"/>
              </a:ext>
            </a:extLst>
          </p:cNvPr>
          <p:cNvSpPr txBox="1"/>
          <p:nvPr/>
        </p:nvSpPr>
        <p:spPr>
          <a:xfrm>
            <a:off x="245097" y="131975"/>
            <a:ext cx="5250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1F32C70-577E-7185-F9AB-CD2A86FD3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25" y="976193"/>
            <a:ext cx="10550479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large and complex hotel booking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booking trends across hotels and months.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booking contribution from different market segments.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types and repeat guest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ADR across hotels and customer types.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and understand booking cancellation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05" y="10150"/>
            <a:ext cx="12191695" cy="96012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45927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Of The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F90A610-C2B0-D312-F11D-C371BB697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38" y="1503639"/>
            <a:ext cx="1103000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 Machine Learning for advanced hotel booking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and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web-based Hotel Booking Management System for managing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booking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booking cancellation prediction to identify bookings that may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be cancelled.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 customer segmentation based on customer and booking behavior.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038FF-A25D-F965-2033-A7FBDF77D499}"/>
              </a:ext>
            </a:extLst>
          </p:cNvPr>
          <p:cNvSpPr txBox="1"/>
          <p:nvPr/>
        </p:nvSpPr>
        <p:spPr>
          <a:xfrm>
            <a:off x="2243580" y="2644170"/>
            <a:ext cx="96059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274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LENOVO</cp:lastModifiedBy>
  <cp:revision>8</cp:revision>
  <dcterms:created xsi:type="dcterms:W3CDTF">2013-01-27T09:14:16Z</dcterms:created>
  <dcterms:modified xsi:type="dcterms:W3CDTF">2026-10-01T09:48:19Z</dcterms:modified>
  <cp:category/>
</cp:coreProperties>
</file>